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Arial"/>
              </a:rPr>
              <a:t>Doanh thu theo tháng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(K)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General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T7</c:v>
                  </c:pt>
                  <c:pt idx="1">
                    <c:v>T8</c:v>
                  </c:pt>
                  <c:pt idx="2">
                    <c:v>T9</c:v>
                  </c:pt>
                  <c:pt idx="3">
                    <c:v>T10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294</c:v>
                </c:pt>
                <c:pt idx="2">
                  <c:v>265.5</c:v>
                </c:pt>
                <c:pt idx="3">
                  <c:v>76.5</c:v>
                </c:pt>
              </c:numCache>
            </c:numRef>
          </c:val>
        </c:ser>
        <c:dLbls>
          <c:numFmt formatCode="General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516" y="320040"/>
            <a:ext cx="1645920" cy="7115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PHÚ XUÂN · VIỆN ĐÀO TẠO QUỐC TẾ TOPICA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môn Lập trình hướng đối tượng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4727448" y="329184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2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55848" y="388620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Văn Đại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NBS2503ITA0040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Trương Thị Tú Vinh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NBS2503ITA0066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Hoàng Đặng Diệu Linh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NBS2503ITA0042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Lê Xuân Thái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NBS2503ITA0035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Ngọc Quang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dẫn: ThS. Nguyễn Dũng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Huế, tháng 10/2026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và mục tiêu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quán cà phê nhỏ vẫn ghi phiếu gọi món bằng giấy và cộng doanh thu bằng tay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món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128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món, bàn, khách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71800" y="2258568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29000" y="164592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Hóa đơn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11880" y="22128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món, giảm giá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2258568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309360" y="164592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CSV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92240" y="22128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sau mỗi thao tác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732520" y="2258568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89720" y="164592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7260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372600" y="22128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món, doanh thu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200400"/>
            <a:ext cx="356616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200400"/>
            <a:ext cx="64008" cy="2606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7240" y="384048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gọi món bằng giấy dễ thất lạc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không biết bàn nào trống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quán cộng doanh thu bằng tay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97680" y="3200400"/>
            <a:ext cx="356616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97680" y="3200400"/>
            <a:ext cx="64008" cy="26060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26280" y="384048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quản lý món, bàn, khách và hóa đơn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lưu ra file CSV nên tắt máy không mất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thành viên được giảm 10%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46720" y="3200400"/>
            <a:ext cx="356616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46720" y="3200400"/>
            <a:ext cx="64008" cy="260604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7532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thiết kế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75320" y="384048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các kỹ thuật OOP theo yêu cầu đồ án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đơn giản để dễ giải thích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gồm 19 lớp, 04 package, khoảng 1.400 dòng mã và không dùng thư viện ngoài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chính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quản lý 04 nhóm dữ liệu và có 02 báo cáo thống kê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1031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đồ ăn, đồ uống, combo và tìm theo mã, tên, khoảng giá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98064" y="1645920"/>
            <a:ext cx="21031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80944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980944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80944" y="3246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bàn có từ 1 đến 20 chỗ, nhân viên xem được danh sách bàn trống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47488" y="1645920"/>
            <a:ext cx="21031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0368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230368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230368" y="3246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điện thoại đủ 10 số, khách tích điểm và được giảm 10%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96912" y="1645920"/>
            <a:ext cx="21031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79792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479792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Hóa đơn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479792" y="3246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món, bớt món, hủy hóa đơn. Thanh toán xong thì bàn trở về trống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546336" y="1645920"/>
            <a:ext cx="21031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29216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729216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729216" y="3246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top 5 món bán chạy và doanh thu 12 tháng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chữ vào ô số thì chương trình hỏi lại, dòng CSV hỏng bị bỏ qua kèm thông báo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lớp UML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là lớp cha của 03 lớp con, HoaDon chứa ChiTietHoaDon theo quan hệ hợp thành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9" name="Image 1" descr="D:\Study\PXU\LapTrinhOOP\OOP_Nhom02_QuanLyQuanCafe\uml\class-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01" y="1572768"/>
            <a:ext cx="9147717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thiết kế như vậy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chọn cấu trúc lớp theo dữ liệu chung, vòng đời đối tượng và cách xử lý lỗi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trừu tượng và interface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thành và kết tập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0" y="1645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loại ngoại lệ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2606040"/>
            <a:ext cx="356616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606040"/>
            <a:ext cx="64008" cy="379476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Mon, TinhTien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32461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có dữ liệu chung nên là lớp trừu tượng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TinhTien chỉ mô tả khả năng tính tiền, dùng cho Mon, ChiTietHoaDon, HoaDon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dinhDangTien() là default method dùng chung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2606040"/>
            <a:ext cx="356616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97680" y="2606040"/>
            <a:ext cx="64008" cy="37947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HoaDon, ChiTietHoaDon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26280" y="32461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chỉ sinh ra trong HoaDon, hủy hóa đơn thì chi tiết mất theo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Ban, KhachHang, Mon tồn tại độc lập nên chỉ là kết tập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0" y="2606040"/>
            <a:ext cx="356616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0" y="2606040"/>
            <a:ext cx="64008" cy="379476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DuLieuSai, KhongTimThay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32461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DuLieuSai là unchecked, ném từ setter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KhongTimThay là checked, nơi gọi bắt buộc xử lý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chỉ ném ngoại lệ, Main mới bắt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kỹ thuật OOP trong mã nguồn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kỹ thuật gắn với lớp cụ thể trong chương trình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88920"/>
                <a:gridCol w="2240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Kỹ thuật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Vị trí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 hợp lý, đơn trách nhiệm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model, dichvu, ngoaile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Thuộc tính private, getter setter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Mọi lớp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Setter kiểm tra dữ liệu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Mon, Ban, KhachHang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constructor, gọi this()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Mon, Ban, HoaDon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Nạp chồng phương thức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themMon, timMon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và static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HoaDon.dem, TI_LE_GIAM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tập và hợp thành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HoaDon ◆ ChiTietHoaDon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lớp cha, 03 lớp 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Mon, DoAn, DoUong, Combo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Override toString, equals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Mon, Ban, HoaDon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88920"/>
                <a:gridCol w="2240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Kỹ thuật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Vị trí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 và phương thức trừu tượng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Mon.tinhTien()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interface, có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TinhTien, GiamGia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 hình qua List&lt;Mon&gt;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QuanCafe.dsMon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ngoại lệ tự định nghĩa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gói ngoaile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Bắt lỗi đúng tầng, không catch rỗng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Main, DocGhiFile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 mẫu thiết kế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Singleton, Factory, 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Lưu trữ 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DocGhiFile, 05 file 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Lịch sử Git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commit, 05 người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tên, thụt lề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PascalCase, camelCase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mẫu thiết kế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giữ dữ liệu chung, Factory tạo món từ CSV, Strategy tính giảm giá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2212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QuanCafe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356616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chương trình chỉ có một quán với một bộ dữ liệu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4434840"/>
            <a:ext cx="31089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4805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QuanCafe qc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QuanCafe.getInstance();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6459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480560" y="2212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MonFactory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3017520"/>
            <a:ext cx="356616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được chữ "DoUong" từ CSV thì Factory tạo đúng lớp con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4434840"/>
            <a:ext cx="31089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44805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m = MonFactory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.taoMon("douong", ...);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0" y="16459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29600" y="2212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GiamGia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3017520"/>
            <a:ext cx="356616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thành viên được giảm 10%, khách lẻ không được giảm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75320" y="4434840"/>
            <a:ext cx="31089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0" y="44805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tong - giamGia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.tinhGiam(tong);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lỗi theo từng tầng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loại lỗi có một nơi chặn rõ ràng, người dùng nhập sai thì chương trình chạy tiếp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743200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4592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sai kiểu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337560" y="2039112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749040" y="1645920"/>
            <a:ext cx="7863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1645920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NhapLieu bắt NumberFormatException, báo lỗi rồi hỏi lại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596896"/>
            <a:ext cx="2743200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59689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sai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337560" y="2990088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749040" y="2596896"/>
            <a:ext cx="7863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77640" y="2596896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Setter ném DuLieuSaiException, Main in lỗi rồi quay lại menu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547872"/>
            <a:ext cx="2743200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54787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không có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337560" y="3941064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749040" y="3547872"/>
            <a:ext cx="7863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77640" y="3547872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QuanCafe ném KhongTimThayException, Main bắt và báo lỗi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4498848"/>
            <a:ext cx="2743200" cy="78638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9884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hỏng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3337560" y="4892040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749040" y="4498848"/>
            <a:ext cx="7863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77640" y="4498848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DocGhiFile bỏ qua dòng lỗi và ký tự BOM rồi đọc tiếp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5449824"/>
            <a:ext cx="2743200" cy="7863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44982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file lỗi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3337560" y="5843016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749040" y="5449824"/>
            <a:ext cx="7863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77640" y="5449824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dừng chương trình để không ghi đè mất dữ liệu cũ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báo cáo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lấy từ lần chạy thật trên dữ liệu mẫu năm 2026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0020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858000" y="1600200"/>
            <a:ext cx="4754880" cy="342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600200"/>
            <a:ext cx="64008" cy="34290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8660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món bán chạy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8660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8952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 phê sữa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01200" y="2386584"/>
            <a:ext cx="16002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274552" y="2286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86600" y="2816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58952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Trà đào cam sả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9601200" y="2916936"/>
            <a:ext cx="6858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360152" y="28163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086600" y="3346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589520" y="33467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Trà sữa trân châu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601200" y="3447288"/>
            <a:ext cx="6858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360152" y="33467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086600" y="3877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589520" y="38770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Bạc xỉu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601200" y="3977640"/>
            <a:ext cx="4572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131552" y="387705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086600" y="4407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589520" y="44074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Bánh flan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9601200" y="4507992"/>
            <a:ext cx="4572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131552" y="44074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858000" y="521208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40880" y="5321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816K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7040880" y="5779008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cả năm từ 07 hóa đơn đã thanh toán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 và đóng góp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ghi mảng phụ trách và tỷ lệ đóng góp của từng thành viên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3657600"/>
                <a:gridCol w="15544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Thành viên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MSSV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Mảng phụ trách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Đóng góp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Văn Đại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Kiến trúc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Trương Thị Tú Vinh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 con của Mon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Hoàng Đặng Diệu Linh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NBS2503ITA0042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 thực thể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Lê Xuân Thái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NBS2503ITA0035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Nghiệp vụ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Ngọc Quang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NBS2503ITA0050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Ngoại lệ và lưu trữ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cộng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đánh giá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áp dụng các kỹ thuật OOP theo yêu cầu, còn 02 điểm thiết kế cần cải tiến</a:t>
            </a:r>
            <a:endParaRPr lang="en-US" sz="1500" dirty="0"/>
          </a:p>
        </p:txBody>
      </p:sp>
      <p:pic>
        <p:nvPicPr>
          <p:cNvPr id="4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1005840" cy="434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6616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45920"/>
            <a:ext cx="64008" cy="475488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3154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kỹ thuật OOP gắn với một lớp cụ thể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sai thì chương trình báo lỗi và chạy tiếp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61 tình huống kiểm thử đều đạt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56616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645920"/>
            <a:ext cx="64008" cy="47548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2286000"/>
            <a:ext cx="3154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MonFactory dùng switch, thêm loại món phải sửa mã cũ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HoaDon tự chọn cách giảm giá nên khó thêm khuyến mãi mới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chưa có giao diện đồ họa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645920"/>
            <a:ext cx="356616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645920"/>
            <a:ext cx="64008" cy="475488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cải tiến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75320" y="2286000"/>
            <a:ext cx="3154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dùng bảng đăng ký loại món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QuanCafe truyền GiamGia vào HoaDon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giao diện JavaFX và kiểm thử JUnit 5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tudy\PXU\LapTrinhOOP\cong-cu\gen\brand\assets\logo-top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828800"/>
            <a:ext cx="2194560" cy="9486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6037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và các bạn đã lắng nghe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quán cà phê · Nhóm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69848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Nhóm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quán cà phê - Nhóm 2</dc:title>
  <dc:subject>Đồ án Lập trình hướng đối tượng</dc:subject>
  <dc:creator>Nhóm 2</dc:creator>
  <cp:lastModifiedBy>Nhóm 2</cp:lastModifiedBy>
  <cp:revision>1</cp:revision>
  <dcterms:created xsi:type="dcterms:W3CDTF">2026-10-24T15:47:52Z</dcterms:created>
  <dcterms:modified xsi:type="dcterms:W3CDTF">2026-10-24T15:47:52Z</dcterms:modified>
</cp:coreProperties>
</file>